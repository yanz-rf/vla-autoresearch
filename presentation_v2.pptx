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microsoft.com/office/2007/relationships/media" Target="../media/media2.mp4"/><Relationship Id="rId6" Type="http://schemas.openxmlformats.org/officeDocument/2006/relationships/video" Target="../media/media2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4FC3F7"/>
                </a:solidFill>
              </a:rPr>
              <a:t>VLA AutoResearch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E8EDF4"/>
                </a:solidFill>
              </a:rPr>
              <a:t>An autonomous research loop for robot policies, scored by closed-loop simulation — not open-loop loss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8FA1B5"/>
                </a:solidFill>
              </a:rPr>
              <a:t>3-HOUR HACKATHON · 2× RTX 5090 · JUNE 2026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9C6BFF"/>
                </a:solidFill>
              </a:rPr>
              <a:t>github.com/yanz-rf/vla-autoresearch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8FA1B5"/>
                </a:solidFill>
              </a:rPr>
              <a:t>66→82 % task success, discovered by the loop in 30 min   |   25 scored experiments across 2 GPUs   |   2.5 min per inference experiment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The inspiration: karpathy/autoresearch (Mar 2026): a coding agent runs LM-pretraining experiments autonomously — one idea per run, fixed budget, keep/revert by val_bpb, ~100 experiments overnight.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The robotics gap: VLA / imitation policies are mostly iterated with open-loop metrics (action prediction error) — but low prediction error ≠ task success.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Our port: The experiment score is closed-loop sim success rate : the policy controls the robot, mistakes compound, only finished tasks count. No public robotics port existed. Now one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System design — same loop, new scoring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autoresearch (LM)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ours (robotics)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mutable surface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train.py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policy code (LeRobot, editable) + CLI overrides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read-only scorer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val bits-per-byte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50 sim episodes, fixed seeds → % success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program.md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program.md, thresholds tuned for eval noise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audit trail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results.tsv + git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results.tsv + git + rollout videos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29184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Eval isolation: scorer + seeds live outside the mutable surface — the agent can't game the metric. Economics: train+eval ≈ 12 min · inference-only ≈ 2.5 min per experiment.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Testbed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Task — ALOHA TransferCube (MuJoCo): right arm picks a cube, hands it to the left arm.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Data — 50 public human teleop demos ( lerobot/aloha_sim_transfer_cube_human 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Policy — ACT, 52M params: predicts 100-action chunks from camera + joint state (from scratch; ImageNet-initialized ResNet-18 encoder).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Score — % of 50 fixed-seed episodes completed; staged reward (0-4) as dense secondary signal.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Hackathon move — train once (20k steps ≈ 10 min, 66%), freeze weights, research inference-time behavior at 2.5 min/experiment.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What the loop found — 11 experiments, ~30 min compute</a:t>
            </a:r>
          </a:p>
        </p:txBody>
      </p:sp>
      <p:pic>
        <p:nvPicPr>
          <p:cNvPr id="3" name="Picture 2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7295" cy="3383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How the execution strategies differ</a:t>
            </a:r>
          </a:p>
        </p:txBody>
      </p:sp>
      <p:pic>
        <p:nvPicPr>
          <p:cNvPr id="3" name="Picture 2" descr="ass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642" y="1234440"/>
            <a:ext cx="480441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Closed-loop rollouts — champion config, held-out seeds</a:t>
            </a:r>
          </a:p>
        </p:txBody>
      </p:sp>
      <p:pic>
        <p:nvPicPr>
          <p:cNvPr id="3" name="asset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63040" y="1234440"/>
            <a:ext cx="4206240" cy="3154680"/>
          </a:xfrm>
          <a:prstGeom prst="rect">
            <a:avLst/>
          </a:prstGeom>
        </p:spPr>
      </p:pic>
      <p:pic>
        <p:nvPicPr>
          <p:cNvPr id="4" name="asset4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1234440"/>
            <a:ext cx="42062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every experiment saves 10 rollout videos — failures are debuggable, not just countable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Does it hold up? — the slide most demos skip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dev seeds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held-out seeds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ACT 20k, default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66%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74%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ACT 20k, champion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ACT 80k, default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68%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ACT 80k, champion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29184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4× more training barely moved default inference (~70→72%) — the inference research was worth more (+13).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Dev gain (+16) shrank on held-out seeds at 20k: 50-episode evals carry ~7% std — loops must validate on held-out seeds or they overfit the 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Architecture bake-off — same data, same budget, same eval</a:t>
            </a:r>
          </a:p>
        </p:txBody>
      </p:sp>
      <p:pic>
        <p:nvPicPr>
          <p:cNvPr id="3" name="Picture 2" descr="asse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626" y="1234440"/>
            <a:ext cx="698644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Bake-off results</a:t>
            </a:r>
          </a:p>
        </p:txBody>
      </p:sp>
      <p:pic>
        <p:nvPicPr>
          <p:cNvPr id="3" name="Picture 2" descr="asse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39" y="1234440"/>
            <a:ext cx="10643616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DP/VQ-BeT ran library defaults tuned on simpler benchmarks (floor, not ceiling). Follow-ups the loop already chased: DP 2× budget → 62% (+16: it was underfit — ACT wins per unit compute , DP scales with budget) · diagnosed VQ-BeT config fix running.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Scaling out — 2nd GPU over Tailscale + a harder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Horizontal scaling: Second RTX 5090 bootstrapped from the public repo in ~10 min (clone → patches → uv install → run); results merge back as git rows.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New benchmark row (remote): ACT on ALOHA Insertion (peg-in-socket, both arms), same 20k budget: 18% — independently reproduces the ACT paper's ~20%; confirms Insertion as the high-headroom target.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Diagnosed, fixed, still negative (local): VQ-BeT's 2% traced to an 84×84 crop (2.3% of the frame — nearly blind) and a two-phase schedule where the whole 20k budget trained only the codebook. Fix: reward 0.5→20 (now engages the task) but 0% success — residual failure is structural (15-step horizon, 16-code vocabulary). A negative result with a sharpened hypothesis.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Closed-loop eval is the right loop signal — the wins came from execution-time behavior open-loop loss cannot see.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At fixed budget, inference-time research beat architecture search (+16 dev / +13 pooled vs −20 for swapping to DP).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Eval noise is the central methodological issue — conservative keep/revert, dense reward tiebreaker, held-out seeds.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Defaults don't transfer across embodiments (VQ-BeT: 2% on bimanual with PushT-tuned config).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Agent-as-orchestrator works for robotics : every claim traceable to a git commit + results row + videos.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Appendix — A1 open-loop vs closed-loop alignment data · A2 smoothing × architecture · A3 mean-vs-mode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Harder target: RoboTwin 2.0 — 50 bimanual ALOHA tasks, public leaderboard, baselines at 10-40% under domain randomization.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Small VLAs in the loop: SmolVLA (450M) fine-tunes on one 5090; pi0-LoRA fits in 32GB.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Cross-architecture inference research: does crossfade help every chunked policy?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Overnight run: ~100 train+eval experiments/night at the 20k budget.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A1 Open-loop loss vs closed-loop success: poor alignment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1153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train step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open-loop L1 loss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closed-loop success (dev / held-out)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20k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~0.11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66% / 74%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80k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0.052 (2.3× better)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68% / 76% (statistical tie)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56032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Evidence 1: loss fell for 60k more steps; success didn't move — gradients improved frame imitation, not task completion.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Evidence 2: all inference configs share frozen weights → identical open-loop loss, yet closed-loop ranged 52→82% . The dimension we mined is invisible to open-loop eval by construction.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Why: open-loop = "predict the human's action in states the human visited"; closed-loop = "recover in states your own mistakes created". Low loss is ~necessary, far from sufficient.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A2 Which inference smoothing fits which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1153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policy type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output is...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safe smoothing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FE3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regression (ACT)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point estimate (cond. mean)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averaging in action space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temporal ensembling, our crossfade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generative (DP, π0, flow VLAs)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one sample of a multimodal dist.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conditioning or selection — never sample-averaging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DF4"/>
                          </a:solidFill>
                        </a:rPr>
                        <a:t>warm-start / inpainting: RTC (2506.07339); selection: BID (2408.17355)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56032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Averaging two samples can blend two modes → the invalid in-between action generative models exist to avoid.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Within "averaging is safe": heavy ensembling lags and hurt (64%); short boundary-only crossfade helped (82%).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Caveat: our task is near-unimodal — crossfade might also help DP here; a 3-min loop experiment.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A3 Why regression averages modes and diffusion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Regression: L1/L2 training is minimized by the conditional mean/median. With "grasp left" and "grasp right" in the demos, the optimal single output is between them — and the average of two valid actions is generally not valid. (ACT's CVAE z mitigates in training; z=0 at inference collapses it.)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Diffusion: the denoising objective learns the shape of p(action|obs). Sampling starts from noise that lands nearer one mode; each step conditions on the current iterate and commits to that basin — a ball rolling into one of two valleys. One clean strategy out, mush from none.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Why DP still lost (46% vs 66%): near-unimodal demos, slow-converging training under a fixed budget, PushT-tuned defaults, decoding noise at the precision handoff. Budget hypothesis confirmed : 2× steps → 62% (+16) — most of the gap was underfitting.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Bonus track — mini pi-0.6: learning from labeled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What we did: added pi-0.6 / RECAP advantage conditioning to openpi — a text-only Advantage: positive | negative tag appended to the prompt. Failures aren't discarded; they're labeled, and the model is asked for high-advantage behavior at inference.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Data: generated a real synthetic LeRobot dataset (UR5 single-arm, 48 episodes) with per-frame advantage labels, then LoRA-finetuned a production pi-0.5 checkpoint on it (one 32 GB 5090).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DF4"/>
                </a:solidFill>
              </a:rPr>
              <a:t>•  Claim: same observation, same task — flipping only the Advantage tag changes the policy's behavior from success to failure. No architecture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Pick-and-place in sim: same start, opposite advantage</a:t>
            </a:r>
          </a:p>
        </p:txBody>
      </p:sp>
      <p:pic>
        <p:nvPicPr>
          <p:cNvPr id="3" name="Picture 2" descr="asset7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201" y="1234440"/>
            <a:ext cx="8711292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Advantage: positive picks the cube and places it in the box (success) · Advantage: negative fumbles and misses (failure) — identical start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Real trained model conditions on the label</a:t>
            </a:r>
          </a:p>
        </p:txBody>
      </p:sp>
      <p:pic>
        <p:nvPicPr>
          <p:cNvPr id="3" name="Picture 2" descr="asse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234440"/>
            <a:ext cx="8869680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pi-0.5 LoRA @ 2k steps. On 40 held-out frames, the predicted action chunk shifts between the positive and negative prompt on every frame (mean L2 0.0044) — the model is reading the tag.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</a:rPr>
              <a:t>Why the label helps: recovery from failed states</a:t>
            </a:r>
          </a:p>
        </p:txBody>
      </p:sp>
      <p:pic>
        <p:nvPicPr>
          <p:cNvPr id="3" name="Picture 2" descr="asse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93" y="1234440"/>
            <a:ext cx="9158908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Controlled mechanism study: with the advantage label, the same model recovers from failure states 88.9% of the time under positive and 0% under negative — vs a mixed unlabeled baseline stuck at 50% (it can't tell success from failure).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DF4"/>
                </a:solidFill>
              </a:rPr>
              <a:t>•  Honest scope: open-loop / controlled-sim evidence of the conditioning mechanism on synthetic data, not a real-robot closed-loop success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